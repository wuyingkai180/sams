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8" r:id="rId2"/>
    <p:sldId id="260" r:id="rId3"/>
    <p:sldId id="257" r:id="rId4"/>
    <p:sldId id="261" r:id="rId5"/>
    <p:sldId id="263" r:id="rId6"/>
    <p:sldId id="262" r:id="rId7"/>
    <p:sldId id="265" r:id="rId8"/>
    <p:sldId id="256" r:id="rId9"/>
    <p:sldId id="259" r:id="rId10"/>
    <p:sldId id="264" r:id="rId11"/>
  </p:sldIdLst>
  <p:sldSz cx="109728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370" y="-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1272011"/>
            <a:ext cx="9326880" cy="2705947"/>
          </a:xfrm>
        </p:spPr>
        <p:txBody>
          <a:bodyPr anchor="b"/>
          <a:lstStyle>
            <a:lvl1pPr algn="ctr">
              <a:defRPr sz="68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082310"/>
            <a:ext cx="8229600" cy="1876530"/>
          </a:xfrm>
        </p:spPr>
        <p:txBody>
          <a:bodyPr/>
          <a:lstStyle>
            <a:lvl1pPr marL="0" indent="0" algn="ctr">
              <a:buNone/>
              <a:defRPr sz="2720"/>
            </a:lvl1pPr>
            <a:lvl2pPr marL="518145" indent="0" algn="ctr">
              <a:buNone/>
              <a:defRPr sz="2267"/>
            </a:lvl2pPr>
            <a:lvl3pPr marL="1036290" indent="0" algn="ctr">
              <a:buNone/>
              <a:defRPr sz="2040"/>
            </a:lvl3pPr>
            <a:lvl4pPr marL="1554434" indent="0" algn="ctr">
              <a:buNone/>
              <a:defRPr sz="1813"/>
            </a:lvl4pPr>
            <a:lvl5pPr marL="2072579" indent="0" algn="ctr">
              <a:buNone/>
              <a:defRPr sz="1813"/>
            </a:lvl5pPr>
            <a:lvl6pPr marL="2590724" indent="0" algn="ctr">
              <a:buNone/>
              <a:defRPr sz="1813"/>
            </a:lvl6pPr>
            <a:lvl7pPr marL="3108869" indent="0" algn="ctr">
              <a:buNone/>
              <a:defRPr sz="1813"/>
            </a:lvl7pPr>
            <a:lvl8pPr marL="3627013" indent="0" algn="ctr">
              <a:buNone/>
              <a:defRPr sz="1813"/>
            </a:lvl8pPr>
            <a:lvl9pPr marL="4145158" indent="0" algn="ctr">
              <a:buNone/>
              <a:defRPr sz="1813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C4830-A1F8-4A34-AAF1-BBCF6AF42D73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ADA21-8B3C-45BF-A09E-CDAD51FC27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6163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C4830-A1F8-4A34-AAF1-BBCF6AF42D73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ADA21-8B3C-45BF-A09E-CDAD51FC27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32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8666" y="1937705"/>
            <a:ext cx="9464040" cy="3233102"/>
          </a:xfrm>
        </p:spPr>
        <p:txBody>
          <a:bodyPr anchor="b"/>
          <a:lstStyle>
            <a:lvl1pPr>
              <a:defRPr sz="68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8666" y="5201393"/>
            <a:ext cx="9464040" cy="1700212"/>
          </a:xfrm>
        </p:spPr>
        <p:txBody>
          <a:bodyPr/>
          <a:lstStyle>
            <a:lvl1pPr marL="0" indent="0">
              <a:buNone/>
              <a:defRPr sz="2720">
                <a:solidFill>
                  <a:schemeClr val="tx1">
                    <a:tint val="82000"/>
                  </a:schemeClr>
                </a:solidFill>
              </a:defRPr>
            </a:lvl1pPr>
            <a:lvl2pPr marL="518145" indent="0">
              <a:buNone/>
              <a:defRPr sz="2267">
                <a:solidFill>
                  <a:schemeClr val="tx1">
                    <a:tint val="82000"/>
                  </a:schemeClr>
                </a:solidFill>
              </a:defRPr>
            </a:lvl2pPr>
            <a:lvl3pPr marL="103629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3pPr>
            <a:lvl4pPr marL="1554434" indent="0">
              <a:buNone/>
              <a:defRPr sz="1813">
                <a:solidFill>
                  <a:schemeClr val="tx1">
                    <a:tint val="82000"/>
                  </a:schemeClr>
                </a:solidFill>
              </a:defRPr>
            </a:lvl4pPr>
            <a:lvl5pPr marL="2072579" indent="0">
              <a:buNone/>
              <a:defRPr sz="1813">
                <a:solidFill>
                  <a:schemeClr val="tx1">
                    <a:tint val="82000"/>
                  </a:schemeClr>
                </a:solidFill>
              </a:defRPr>
            </a:lvl5pPr>
            <a:lvl6pPr marL="2590724" indent="0">
              <a:buNone/>
              <a:defRPr sz="1813">
                <a:solidFill>
                  <a:schemeClr val="tx1">
                    <a:tint val="82000"/>
                  </a:schemeClr>
                </a:solidFill>
              </a:defRPr>
            </a:lvl6pPr>
            <a:lvl7pPr marL="3108869" indent="0">
              <a:buNone/>
              <a:defRPr sz="1813">
                <a:solidFill>
                  <a:schemeClr val="tx1">
                    <a:tint val="82000"/>
                  </a:schemeClr>
                </a:solidFill>
              </a:defRPr>
            </a:lvl7pPr>
            <a:lvl8pPr marL="3627013" indent="0">
              <a:buNone/>
              <a:defRPr sz="1813">
                <a:solidFill>
                  <a:schemeClr val="tx1">
                    <a:tint val="82000"/>
                  </a:schemeClr>
                </a:solidFill>
              </a:defRPr>
            </a:lvl8pPr>
            <a:lvl9pPr marL="4145158" indent="0">
              <a:buNone/>
              <a:defRPr sz="181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C4830-A1F8-4A34-AAF1-BBCF6AF42D73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ADA21-8B3C-45BF-A09E-CDAD51FC27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7933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4380" y="2069042"/>
            <a:ext cx="4663440" cy="493151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54980" y="2069042"/>
            <a:ext cx="4663440" cy="493151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C4830-A1F8-4A34-AAF1-BBCF6AF42D73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ADA21-8B3C-45BF-A09E-CDAD51FC27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34928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809" y="413810"/>
            <a:ext cx="9464040" cy="150230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5810" y="1905318"/>
            <a:ext cx="4642008" cy="933767"/>
          </a:xfrm>
        </p:spPr>
        <p:txBody>
          <a:bodyPr anchor="b"/>
          <a:lstStyle>
            <a:lvl1pPr marL="0" indent="0">
              <a:buNone/>
              <a:defRPr sz="2720" b="1"/>
            </a:lvl1pPr>
            <a:lvl2pPr marL="518145" indent="0">
              <a:buNone/>
              <a:defRPr sz="2267" b="1"/>
            </a:lvl2pPr>
            <a:lvl3pPr marL="1036290" indent="0">
              <a:buNone/>
              <a:defRPr sz="2040" b="1"/>
            </a:lvl3pPr>
            <a:lvl4pPr marL="1554434" indent="0">
              <a:buNone/>
              <a:defRPr sz="1813" b="1"/>
            </a:lvl4pPr>
            <a:lvl5pPr marL="2072579" indent="0">
              <a:buNone/>
              <a:defRPr sz="1813" b="1"/>
            </a:lvl5pPr>
            <a:lvl6pPr marL="2590724" indent="0">
              <a:buNone/>
              <a:defRPr sz="1813" b="1"/>
            </a:lvl6pPr>
            <a:lvl7pPr marL="3108869" indent="0">
              <a:buNone/>
              <a:defRPr sz="1813" b="1"/>
            </a:lvl7pPr>
            <a:lvl8pPr marL="3627013" indent="0">
              <a:buNone/>
              <a:defRPr sz="1813" b="1"/>
            </a:lvl8pPr>
            <a:lvl9pPr marL="4145158" indent="0">
              <a:buNone/>
              <a:defRPr sz="1813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5810" y="2839085"/>
            <a:ext cx="4642008" cy="41758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554981" y="1905318"/>
            <a:ext cx="4664869" cy="933767"/>
          </a:xfrm>
        </p:spPr>
        <p:txBody>
          <a:bodyPr anchor="b"/>
          <a:lstStyle>
            <a:lvl1pPr marL="0" indent="0">
              <a:buNone/>
              <a:defRPr sz="2720" b="1"/>
            </a:lvl1pPr>
            <a:lvl2pPr marL="518145" indent="0">
              <a:buNone/>
              <a:defRPr sz="2267" b="1"/>
            </a:lvl2pPr>
            <a:lvl3pPr marL="1036290" indent="0">
              <a:buNone/>
              <a:defRPr sz="2040" b="1"/>
            </a:lvl3pPr>
            <a:lvl4pPr marL="1554434" indent="0">
              <a:buNone/>
              <a:defRPr sz="1813" b="1"/>
            </a:lvl4pPr>
            <a:lvl5pPr marL="2072579" indent="0">
              <a:buNone/>
              <a:defRPr sz="1813" b="1"/>
            </a:lvl5pPr>
            <a:lvl6pPr marL="2590724" indent="0">
              <a:buNone/>
              <a:defRPr sz="1813" b="1"/>
            </a:lvl6pPr>
            <a:lvl7pPr marL="3108869" indent="0">
              <a:buNone/>
              <a:defRPr sz="1813" b="1"/>
            </a:lvl7pPr>
            <a:lvl8pPr marL="3627013" indent="0">
              <a:buNone/>
              <a:defRPr sz="1813" b="1"/>
            </a:lvl8pPr>
            <a:lvl9pPr marL="4145158" indent="0">
              <a:buNone/>
              <a:defRPr sz="1813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54981" y="2839085"/>
            <a:ext cx="4664869" cy="41758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C4830-A1F8-4A34-AAF1-BBCF6AF42D73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ADA21-8B3C-45BF-A09E-CDAD51FC27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5279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C4830-A1F8-4A34-AAF1-BBCF6AF42D73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ADA21-8B3C-45BF-A09E-CDAD51FC27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20610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C4830-A1F8-4A34-AAF1-BBCF6AF42D73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ADA21-8B3C-45BF-A09E-CDAD51FC27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6851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809" y="518160"/>
            <a:ext cx="3539014" cy="1813560"/>
          </a:xfrm>
        </p:spPr>
        <p:txBody>
          <a:bodyPr anchor="b"/>
          <a:lstStyle>
            <a:lvl1pPr>
              <a:defRPr sz="3627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64869" y="1119083"/>
            <a:ext cx="5554980" cy="5523442"/>
          </a:xfrm>
        </p:spPr>
        <p:txBody>
          <a:bodyPr/>
          <a:lstStyle>
            <a:lvl1pPr>
              <a:defRPr sz="3627"/>
            </a:lvl1pPr>
            <a:lvl2pPr>
              <a:defRPr sz="3173"/>
            </a:lvl2pPr>
            <a:lvl3pPr>
              <a:defRPr sz="2720"/>
            </a:lvl3pPr>
            <a:lvl4pPr>
              <a:defRPr sz="2267"/>
            </a:lvl4pPr>
            <a:lvl5pPr>
              <a:defRPr sz="2267"/>
            </a:lvl5pPr>
            <a:lvl6pPr>
              <a:defRPr sz="2267"/>
            </a:lvl6pPr>
            <a:lvl7pPr>
              <a:defRPr sz="2267"/>
            </a:lvl7pPr>
            <a:lvl8pPr>
              <a:defRPr sz="2267"/>
            </a:lvl8pPr>
            <a:lvl9pPr>
              <a:defRPr sz="226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5809" y="2331720"/>
            <a:ext cx="3539014" cy="4319800"/>
          </a:xfrm>
        </p:spPr>
        <p:txBody>
          <a:bodyPr/>
          <a:lstStyle>
            <a:lvl1pPr marL="0" indent="0">
              <a:buNone/>
              <a:defRPr sz="1813"/>
            </a:lvl1pPr>
            <a:lvl2pPr marL="518145" indent="0">
              <a:buNone/>
              <a:defRPr sz="1587"/>
            </a:lvl2pPr>
            <a:lvl3pPr marL="1036290" indent="0">
              <a:buNone/>
              <a:defRPr sz="1360"/>
            </a:lvl3pPr>
            <a:lvl4pPr marL="1554434" indent="0">
              <a:buNone/>
              <a:defRPr sz="1133"/>
            </a:lvl4pPr>
            <a:lvl5pPr marL="2072579" indent="0">
              <a:buNone/>
              <a:defRPr sz="1133"/>
            </a:lvl5pPr>
            <a:lvl6pPr marL="2590724" indent="0">
              <a:buNone/>
              <a:defRPr sz="1133"/>
            </a:lvl6pPr>
            <a:lvl7pPr marL="3108869" indent="0">
              <a:buNone/>
              <a:defRPr sz="1133"/>
            </a:lvl7pPr>
            <a:lvl8pPr marL="3627013" indent="0">
              <a:buNone/>
              <a:defRPr sz="1133"/>
            </a:lvl8pPr>
            <a:lvl9pPr marL="4145158" indent="0">
              <a:buNone/>
              <a:defRPr sz="1133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C4830-A1F8-4A34-AAF1-BBCF6AF42D73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ADA21-8B3C-45BF-A09E-CDAD51FC27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4214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809" y="518160"/>
            <a:ext cx="3539014" cy="1813560"/>
          </a:xfrm>
        </p:spPr>
        <p:txBody>
          <a:bodyPr anchor="b"/>
          <a:lstStyle>
            <a:lvl1pPr>
              <a:defRPr sz="3627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664869" y="1119083"/>
            <a:ext cx="5554980" cy="5523442"/>
          </a:xfrm>
        </p:spPr>
        <p:txBody>
          <a:bodyPr anchor="t"/>
          <a:lstStyle>
            <a:lvl1pPr marL="0" indent="0">
              <a:buNone/>
              <a:defRPr sz="3627"/>
            </a:lvl1pPr>
            <a:lvl2pPr marL="518145" indent="0">
              <a:buNone/>
              <a:defRPr sz="3173"/>
            </a:lvl2pPr>
            <a:lvl3pPr marL="1036290" indent="0">
              <a:buNone/>
              <a:defRPr sz="2720"/>
            </a:lvl3pPr>
            <a:lvl4pPr marL="1554434" indent="0">
              <a:buNone/>
              <a:defRPr sz="2267"/>
            </a:lvl4pPr>
            <a:lvl5pPr marL="2072579" indent="0">
              <a:buNone/>
              <a:defRPr sz="2267"/>
            </a:lvl5pPr>
            <a:lvl6pPr marL="2590724" indent="0">
              <a:buNone/>
              <a:defRPr sz="2267"/>
            </a:lvl6pPr>
            <a:lvl7pPr marL="3108869" indent="0">
              <a:buNone/>
              <a:defRPr sz="2267"/>
            </a:lvl7pPr>
            <a:lvl8pPr marL="3627013" indent="0">
              <a:buNone/>
              <a:defRPr sz="2267"/>
            </a:lvl8pPr>
            <a:lvl9pPr marL="4145158" indent="0">
              <a:buNone/>
              <a:defRPr sz="226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5809" y="2331720"/>
            <a:ext cx="3539014" cy="4319800"/>
          </a:xfrm>
        </p:spPr>
        <p:txBody>
          <a:bodyPr/>
          <a:lstStyle>
            <a:lvl1pPr marL="0" indent="0">
              <a:buNone/>
              <a:defRPr sz="1813"/>
            </a:lvl1pPr>
            <a:lvl2pPr marL="518145" indent="0">
              <a:buNone/>
              <a:defRPr sz="1587"/>
            </a:lvl2pPr>
            <a:lvl3pPr marL="1036290" indent="0">
              <a:buNone/>
              <a:defRPr sz="1360"/>
            </a:lvl3pPr>
            <a:lvl4pPr marL="1554434" indent="0">
              <a:buNone/>
              <a:defRPr sz="1133"/>
            </a:lvl4pPr>
            <a:lvl5pPr marL="2072579" indent="0">
              <a:buNone/>
              <a:defRPr sz="1133"/>
            </a:lvl5pPr>
            <a:lvl6pPr marL="2590724" indent="0">
              <a:buNone/>
              <a:defRPr sz="1133"/>
            </a:lvl6pPr>
            <a:lvl7pPr marL="3108869" indent="0">
              <a:buNone/>
              <a:defRPr sz="1133"/>
            </a:lvl7pPr>
            <a:lvl8pPr marL="3627013" indent="0">
              <a:buNone/>
              <a:defRPr sz="1133"/>
            </a:lvl8pPr>
            <a:lvl9pPr marL="4145158" indent="0">
              <a:buNone/>
              <a:defRPr sz="1133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C4830-A1F8-4A34-AAF1-BBCF6AF42D73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ADA21-8B3C-45BF-A09E-CDAD51FC27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20085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C4830-A1F8-4A34-AAF1-BBCF6AF42D73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ADA21-8B3C-45BF-A09E-CDAD51FC27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2110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52411" y="413808"/>
            <a:ext cx="2366010" cy="658675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54381" y="413808"/>
            <a:ext cx="6960870" cy="658675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C4830-A1F8-4A34-AAF1-BBCF6AF42D73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ADA21-8B3C-45BF-A09E-CDAD51FC27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2430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13810"/>
            <a:ext cx="946404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069042"/>
            <a:ext cx="946404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7203865"/>
            <a:ext cx="246888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BC4830-A1F8-4A34-AAF1-BBCF6AF42D73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4740" y="7203865"/>
            <a:ext cx="370332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49540" y="7203865"/>
            <a:ext cx="246888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5ADA21-8B3C-45BF-A09E-CDAD51FC27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6571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036290" rtl="0" eaLnBrk="1" latinLnBrk="0" hangingPunct="1">
        <a:lnSpc>
          <a:spcPct val="90000"/>
        </a:lnSpc>
        <a:spcBef>
          <a:spcPct val="0"/>
        </a:spcBef>
        <a:buNone/>
        <a:defRPr sz="498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9072" indent="-259072" algn="l" defTabSz="1036290" rtl="0" eaLnBrk="1" latinLnBrk="0" hangingPunct="1">
        <a:lnSpc>
          <a:spcPct val="90000"/>
        </a:lnSpc>
        <a:spcBef>
          <a:spcPts val="1133"/>
        </a:spcBef>
        <a:buFont typeface="Arial" panose="020B0604020202020204" pitchFamily="34" charset="0"/>
        <a:buChar char="•"/>
        <a:defRPr sz="3173" kern="1200">
          <a:solidFill>
            <a:schemeClr val="tx1"/>
          </a:solidFill>
          <a:latin typeface="+mn-lt"/>
          <a:ea typeface="+mn-ea"/>
          <a:cs typeface="+mn-cs"/>
        </a:defRPr>
      </a:lvl1pPr>
      <a:lvl2pPr marL="777217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720" kern="1200">
          <a:solidFill>
            <a:schemeClr val="tx1"/>
          </a:solidFill>
          <a:latin typeface="+mn-lt"/>
          <a:ea typeface="+mn-ea"/>
          <a:cs typeface="+mn-cs"/>
        </a:defRPr>
      </a:lvl2pPr>
      <a:lvl3pPr marL="1295362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267" kern="1200">
          <a:solidFill>
            <a:schemeClr val="tx1"/>
          </a:solidFill>
          <a:latin typeface="+mn-lt"/>
          <a:ea typeface="+mn-ea"/>
          <a:cs typeface="+mn-cs"/>
        </a:defRPr>
      </a:lvl3pPr>
      <a:lvl4pPr marL="1813507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4pPr>
      <a:lvl5pPr marL="2331651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5pPr>
      <a:lvl6pPr marL="2849796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6pPr>
      <a:lvl7pPr marL="3367941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7pPr>
      <a:lvl8pPr marL="3886086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8pPr>
      <a:lvl9pPr marL="4404230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1pPr>
      <a:lvl2pPr marL="518145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1036290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3pPr>
      <a:lvl4pPr marL="1554434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4pPr>
      <a:lvl5pPr marL="2072579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5pPr>
      <a:lvl6pPr marL="2590724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6pPr>
      <a:lvl7pPr marL="3108869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7pPr>
      <a:lvl8pPr marL="3627013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8pPr>
      <a:lvl9pPr marL="4145158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2">
            <a:extLst>
              <a:ext uri="{FF2B5EF4-FFF2-40B4-BE49-F238E27FC236}">
                <a16:creationId xmlns:a16="http://schemas.microsoft.com/office/drawing/2014/main" id="{9F6D52C0-FA4F-F8C4-8D9C-268C336044DB}"/>
              </a:ext>
            </a:extLst>
          </p:cNvPr>
          <p:cNvSpPr txBox="1"/>
          <p:nvPr/>
        </p:nvSpPr>
        <p:spPr>
          <a:xfrm>
            <a:off x="337168" y="354151"/>
            <a:ext cx="1090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Figure 2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4D52C9CF-68FC-0410-4890-C727FA6F7ED9}"/>
              </a:ext>
            </a:extLst>
          </p:cNvPr>
          <p:cNvSpPr txBox="1"/>
          <p:nvPr/>
        </p:nvSpPr>
        <p:spPr>
          <a:xfrm>
            <a:off x="1339652" y="446484"/>
            <a:ext cx="3036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5% </a:t>
            </a:r>
            <a:r>
              <a:rPr lang="en-US" altLang="zh-CN" dirty="0" err="1"/>
              <a:t>actone</a:t>
            </a:r>
            <a:r>
              <a:rPr lang="zh-CN" altLang="en-US" dirty="0"/>
              <a:t>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US" altLang="zh-CN" dirty="0"/>
              <a:t>95%</a:t>
            </a:r>
            <a:r>
              <a:rPr lang="zh-CN" altLang="en-US" dirty="0"/>
              <a:t> </a:t>
            </a:r>
            <a:r>
              <a:rPr lang="en-US" altLang="zh-CN" dirty="0"/>
              <a:t>n-heptane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C4F51D8-AD26-1D2C-147E-5FA382F060D0}"/>
              </a:ext>
            </a:extLst>
          </p:cNvPr>
          <p:cNvSpPr txBox="1"/>
          <p:nvPr/>
        </p:nvSpPr>
        <p:spPr>
          <a:xfrm>
            <a:off x="1689149" y="7141250"/>
            <a:ext cx="1950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100%</a:t>
            </a:r>
            <a:r>
              <a:rPr lang="zh-CN" altLang="en-US" dirty="0"/>
              <a:t> </a:t>
            </a:r>
            <a:r>
              <a:rPr lang="en-US" altLang="zh-CN" dirty="0"/>
              <a:t>n-heptane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5385B8E-B222-FCB3-5D8F-7E7F2AA0F693}"/>
              </a:ext>
            </a:extLst>
          </p:cNvPr>
          <p:cNvSpPr txBox="1"/>
          <p:nvPr/>
        </p:nvSpPr>
        <p:spPr>
          <a:xfrm>
            <a:off x="3048000" y="322763"/>
            <a:ext cx="6729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放大字号，横纵轴上的标签放大，颜色标签</a:t>
            </a:r>
            <a:r>
              <a:rPr lang="en-US" altLang="zh-CN" dirty="0"/>
              <a:t>,</a:t>
            </a:r>
            <a:r>
              <a:rPr lang="zh-CN" altLang="en-US" dirty="0"/>
              <a:t>按照最终位移排列</a:t>
            </a:r>
          </a:p>
        </p:txBody>
      </p:sp>
      <p:pic>
        <p:nvPicPr>
          <p:cNvPr id="33" name="图片 32">
            <a:extLst>
              <a:ext uri="{FF2B5EF4-FFF2-40B4-BE49-F238E27FC236}">
                <a16:creationId xmlns:a16="http://schemas.microsoft.com/office/drawing/2014/main" id="{077C11D2-B885-D152-CD4D-53E65F0A38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4" b="31373"/>
          <a:stretch>
            <a:fillRect/>
          </a:stretch>
        </p:blipFill>
        <p:spPr>
          <a:xfrm>
            <a:off x="1102784" y="1123950"/>
            <a:ext cx="5525208" cy="2912620"/>
          </a:xfrm>
          <a:prstGeom prst="rect">
            <a:avLst/>
          </a:prstGeom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A5BF3B10-BC4B-C63C-9571-3B3876BA46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149" y="1087603"/>
            <a:ext cx="1719813" cy="283045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FFA08C22-825B-E82E-C217-BA79CA7C35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039" y="4042921"/>
            <a:ext cx="3307422" cy="2480566"/>
          </a:xfrm>
          <a:prstGeom prst="rect">
            <a:avLst/>
          </a:prstGeom>
        </p:spPr>
      </p:pic>
      <p:grpSp>
        <p:nvGrpSpPr>
          <p:cNvPr id="12" name="组合 11">
            <a:extLst>
              <a:ext uri="{FF2B5EF4-FFF2-40B4-BE49-F238E27FC236}">
                <a16:creationId xmlns:a16="http://schemas.microsoft.com/office/drawing/2014/main" id="{3F5507BE-1C30-B307-D375-95D186038720}"/>
              </a:ext>
            </a:extLst>
          </p:cNvPr>
          <p:cNvGrpSpPr/>
          <p:nvPr/>
        </p:nvGrpSpPr>
        <p:grpSpPr>
          <a:xfrm>
            <a:off x="4506474" y="4036571"/>
            <a:ext cx="4087647" cy="2830456"/>
            <a:chOff x="4506474" y="4036571"/>
            <a:chExt cx="4087647" cy="2830456"/>
          </a:xfrm>
        </p:grpSpPr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610878A4-1814-040B-E142-96AFEAF623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006"/>
            <a:stretch>
              <a:fillRect/>
            </a:stretch>
          </p:blipFill>
          <p:spPr>
            <a:xfrm>
              <a:off x="4506474" y="4036571"/>
              <a:ext cx="3969935" cy="2830456"/>
            </a:xfrm>
            <a:prstGeom prst="rect">
              <a:avLst/>
            </a:prstGeom>
          </p:spPr>
        </p:pic>
        <p:sp>
          <p:nvSpPr>
            <p:cNvPr id="8" name="箭头: 右 7">
              <a:extLst>
                <a:ext uri="{FF2B5EF4-FFF2-40B4-BE49-F238E27FC236}">
                  <a16:creationId xmlns:a16="http://schemas.microsoft.com/office/drawing/2014/main" id="{02FC8C89-90AA-3C7F-D509-D932A631A94B}"/>
                </a:ext>
              </a:extLst>
            </p:cNvPr>
            <p:cNvSpPr/>
            <p:nvPr/>
          </p:nvSpPr>
          <p:spPr>
            <a:xfrm>
              <a:off x="6839597" y="6367222"/>
              <a:ext cx="1470915" cy="115760"/>
            </a:xfrm>
            <a:prstGeom prst="rightArrow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7B5A777-B37C-9BE0-5192-CB75439B4F9E}"/>
                </a:ext>
              </a:extLst>
            </p:cNvPr>
            <p:cNvSpPr txBox="1"/>
            <p:nvPr/>
          </p:nvSpPr>
          <p:spPr>
            <a:xfrm>
              <a:off x="6627992" y="6209658"/>
              <a:ext cx="1966129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zh-CN" sz="8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Enhance </a:t>
              </a:r>
              <a:r>
                <a:rPr lang="en-US" altLang="zh-CN" sz="8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OPA </a:t>
              </a:r>
              <a:r>
                <a:rPr lang="zh-CN" altLang="zh-CN" sz="8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molecular </a:t>
              </a:r>
              <a:r>
                <a:rPr lang="en-US" altLang="zh-CN" sz="8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diffusion</a:t>
              </a:r>
              <a:endParaRPr lang="zh-CN" altLang="en-US" sz="8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80976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18">
            <a:extLst>
              <a:ext uri="{FF2B5EF4-FFF2-40B4-BE49-F238E27FC236}">
                <a16:creationId xmlns:a16="http://schemas.microsoft.com/office/drawing/2014/main" id="{06A2CD8B-2B48-5D8B-E728-7E39BACF56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90"/>
          <a:stretch>
            <a:fillRect/>
          </a:stretch>
        </p:blipFill>
        <p:spPr>
          <a:xfrm>
            <a:off x="0" y="3678918"/>
            <a:ext cx="5425604" cy="2492209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F5AC88D4-78C5-81D1-F5E7-FCA5A51C72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7869" y="4011839"/>
            <a:ext cx="1805320" cy="1702909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D05C30AE-4F47-8094-C5DD-F85138B7EE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374" y="953871"/>
            <a:ext cx="3347399" cy="2510549"/>
          </a:xfrm>
          <a:prstGeom prst="rect">
            <a:avLst/>
          </a:prstGeom>
        </p:spPr>
      </p:pic>
      <p:grpSp>
        <p:nvGrpSpPr>
          <p:cNvPr id="34" name="组合 33">
            <a:extLst>
              <a:ext uri="{FF2B5EF4-FFF2-40B4-BE49-F238E27FC236}">
                <a16:creationId xmlns:a16="http://schemas.microsoft.com/office/drawing/2014/main" id="{5DC1671D-338B-837A-7EF6-4EE31652BB7D}"/>
              </a:ext>
            </a:extLst>
          </p:cNvPr>
          <p:cNvGrpSpPr/>
          <p:nvPr/>
        </p:nvGrpSpPr>
        <p:grpSpPr>
          <a:xfrm>
            <a:off x="7163189" y="917326"/>
            <a:ext cx="3959278" cy="5417180"/>
            <a:chOff x="7163297" y="944726"/>
            <a:chExt cx="3959278" cy="5417180"/>
          </a:xfrm>
        </p:grpSpPr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01AFC880-4D60-0E96-D220-489B7055A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902"/>
            <a:stretch>
              <a:fillRect/>
            </a:stretch>
          </p:blipFill>
          <p:spPr>
            <a:xfrm>
              <a:off x="7163298" y="3645696"/>
              <a:ext cx="3805447" cy="2716210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F0C73D7D-3D59-6385-81D9-0C52BF43B46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902"/>
            <a:stretch>
              <a:fillRect/>
            </a:stretch>
          </p:blipFill>
          <p:spPr>
            <a:xfrm>
              <a:off x="7163297" y="944726"/>
              <a:ext cx="3805447" cy="2716210"/>
            </a:xfrm>
            <a:prstGeom prst="rect">
              <a:avLst/>
            </a:prstGeom>
          </p:spPr>
        </p:pic>
        <p:sp>
          <p:nvSpPr>
            <p:cNvPr id="27" name="箭头: 右 26">
              <a:extLst>
                <a:ext uri="{FF2B5EF4-FFF2-40B4-BE49-F238E27FC236}">
                  <a16:creationId xmlns:a16="http://schemas.microsoft.com/office/drawing/2014/main" id="{569A16F8-67B6-9983-19F5-2BB1F7DEA3D6}"/>
                </a:ext>
              </a:extLst>
            </p:cNvPr>
            <p:cNvSpPr/>
            <p:nvPr/>
          </p:nvSpPr>
          <p:spPr>
            <a:xfrm>
              <a:off x="9368051" y="5871096"/>
              <a:ext cx="1470915" cy="115760"/>
            </a:xfrm>
            <a:prstGeom prst="rightArrow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2F2BBDBA-E4FC-222B-23A2-B1E37B06C780}"/>
                </a:ext>
              </a:extLst>
            </p:cNvPr>
            <p:cNvSpPr txBox="1"/>
            <p:nvPr/>
          </p:nvSpPr>
          <p:spPr>
            <a:xfrm>
              <a:off x="9156446" y="5713532"/>
              <a:ext cx="1966129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zh-CN" sz="8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Enhance </a:t>
              </a:r>
              <a:r>
                <a:rPr lang="en-US" altLang="zh-CN" sz="8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OPA </a:t>
              </a:r>
              <a:r>
                <a:rPr lang="zh-CN" altLang="zh-CN" sz="8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molecular </a:t>
              </a:r>
              <a:r>
                <a:rPr lang="en-US" altLang="zh-CN" sz="8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diffusion</a:t>
              </a:r>
              <a:endParaRPr lang="zh-CN" altLang="en-US" sz="8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箭头: 右 30">
              <a:extLst>
                <a:ext uri="{FF2B5EF4-FFF2-40B4-BE49-F238E27FC236}">
                  <a16:creationId xmlns:a16="http://schemas.microsoft.com/office/drawing/2014/main" id="{CFFDC387-D1F1-0A87-AB55-0EBACBB32AE4}"/>
                </a:ext>
              </a:extLst>
            </p:cNvPr>
            <p:cNvSpPr/>
            <p:nvPr/>
          </p:nvSpPr>
          <p:spPr>
            <a:xfrm>
              <a:off x="9368051" y="3183788"/>
              <a:ext cx="1470915" cy="115760"/>
            </a:xfrm>
            <a:prstGeom prst="rightArrow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D73CCEFE-8AA2-5572-58AB-431A119AE712}"/>
                </a:ext>
              </a:extLst>
            </p:cNvPr>
            <p:cNvSpPr txBox="1"/>
            <p:nvPr/>
          </p:nvSpPr>
          <p:spPr>
            <a:xfrm>
              <a:off x="9156446" y="3026224"/>
              <a:ext cx="1966129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zh-CN" sz="8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Enhance </a:t>
              </a:r>
              <a:r>
                <a:rPr lang="en-US" altLang="zh-CN" sz="8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OPA </a:t>
              </a:r>
              <a:r>
                <a:rPr lang="zh-CN" altLang="zh-CN" sz="8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molecular </a:t>
              </a:r>
              <a:r>
                <a:rPr lang="en-US" altLang="zh-CN" sz="8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diffusion</a:t>
              </a:r>
              <a:endParaRPr lang="zh-CN" altLang="en-US" sz="8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38" name="图片 37">
            <a:extLst>
              <a:ext uri="{FF2B5EF4-FFF2-40B4-BE49-F238E27FC236}">
                <a16:creationId xmlns:a16="http://schemas.microsoft.com/office/drawing/2014/main" id="{3FECF1C2-162E-DEDA-6593-EC8A48502114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938"/>
          <a:stretch>
            <a:fillRect/>
          </a:stretch>
        </p:blipFill>
        <p:spPr>
          <a:xfrm>
            <a:off x="3869043" y="873334"/>
            <a:ext cx="2881297" cy="286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2627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BA06CC1-1502-B444-6AE0-5EB8F0FE0F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073"/>
          <a:stretch>
            <a:fillRect/>
          </a:stretch>
        </p:blipFill>
        <p:spPr>
          <a:xfrm>
            <a:off x="288631" y="1387360"/>
            <a:ext cx="7035964" cy="381692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A902E24-2EDC-C585-9DD1-FA4221EFF2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70" t="5015" r="-1"/>
          <a:stretch>
            <a:fillRect/>
          </a:stretch>
        </p:blipFill>
        <p:spPr>
          <a:xfrm>
            <a:off x="7489148" y="1387360"/>
            <a:ext cx="3483652" cy="4461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289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787EC9BC-5B87-6B7B-E9ED-0B14B1F8AE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6707" y="299159"/>
            <a:ext cx="8699385" cy="1254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6942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FEC6FE64-E93E-EE1D-6C9F-1B0C15485B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7129" y="604008"/>
            <a:ext cx="7473719" cy="6377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588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21A8CBD9-26A3-5892-EEA1-16378FC2DD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1570" y="1120575"/>
            <a:ext cx="8754102" cy="5751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9836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54B8C1-9A7E-EDB7-1831-21A99BB9B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E8DCEC5-CAF5-7CE6-FEB6-B6D47A0F80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0476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>
            <a:extLst>
              <a:ext uri="{FF2B5EF4-FFF2-40B4-BE49-F238E27FC236}">
                <a16:creationId xmlns:a16="http://schemas.microsoft.com/office/drawing/2014/main" id="{B4D15696-F550-E6BA-78FA-A4ACB50B58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073"/>
          <a:stretch>
            <a:fillRect/>
          </a:stretch>
        </p:blipFill>
        <p:spPr>
          <a:xfrm>
            <a:off x="306947" y="2888671"/>
            <a:ext cx="7035964" cy="3816926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CBAF8408-946A-9A12-14FE-6768C17D0C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70" t="5015" r="-1"/>
          <a:stretch>
            <a:fillRect/>
          </a:stretch>
        </p:blipFill>
        <p:spPr>
          <a:xfrm>
            <a:off x="7342911" y="3006436"/>
            <a:ext cx="3483652" cy="4461163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BD7EFFDD-2824-F299-1621-86A640C9B2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8961" y="117762"/>
            <a:ext cx="3614127" cy="2770909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C47DE6A4-EAED-E71F-94DC-3057C2070A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818" y="117762"/>
            <a:ext cx="3614127" cy="2770909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8193EF46-29D6-8155-A82A-89D625395BB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4835" y="117764"/>
            <a:ext cx="3614126" cy="2770908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04CEAC9D-1BE6-8497-163C-72405B8299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1882" y="6856285"/>
            <a:ext cx="4093029" cy="1222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00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6B47AC1-F833-C394-2010-A505A776EF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9032" y="311894"/>
            <a:ext cx="5654979" cy="433560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C829E3F-1B80-791D-6CAD-DF8A6E3EAF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849" y="1160364"/>
            <a:ext cx="4686078" cy="3592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77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D3D25584-DDE0-0989-2CE2-A5F9B630CC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1"/>
          <a:stretch>
            <a:fillRect/>
          </a:stretch>
        </p:blipFill>
        <p:spPr>
          <a:xfrm>
            <a:off x="5613278" y="2290897"/>
            <a:ext cx="3967996" cy="283045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C8422C9-9822-58B3-0796-4F4E2DB205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22"/>
          <a:stretch>
            <a:fillRect/>
          </a:stretch>
        </p:blipFill>
        <p:spPr>
          <a:xfrm>
            <a:off x="1474197" y="3951358"/>
            <a:ext cx="3705217" cy="2646937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7EFBFA5A-82B4-1A34-ECA5-404E3338DD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33"/>
          <a:stretch>
            <a:fillRect/>
          </a:stretch>
        </p:blipFill>
        <p:spPr>
          <a:xfrm>
            <a:off x="1474197" y="1238379"/>
            <a:ext cx="3699573" cy="2639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9977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3126</TotalTime>
  <Words>38</Words>
  <Application>Microsoft Office PowerPoint</Application>
  <PresentationFormat>自定义</PresentationFormat>
  <Paragraphs>7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呉　英凱</dc:creator>
  <cp:lastModifiedBy>呉　英凱</cp:lastModifiedBy>
  <cp:revision>22</cp:revision>
  <dcterms:created xsi:type="dcterms:W3CDTF">2026-09-01T05:21:02Z</dcterms:created>
  <dcterms:modified xsi:type="dcterms:W3CDTF">2026-09-17T05:44:35Z</dcterms:modified>
</cp:coreProperties>
</file>