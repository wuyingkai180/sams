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109728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1406" y="5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1272011"/>
            <a:ext cx="9326880" cy="2705947"/>
          </a:xfrm>
        </p:spPr>
        <p:txBody>
          <a:bodyPr anchor="b"/>
          <a:lstStyle>
            <a:lvl1pPr algn="ctr">
              <a:defRPr sz="6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082310"/>
            <a:ext cx="8229600" cy="1876530"/>
          </a:xfrm>
        </p:spPr>
        <p:txBody>
          <a:bodyPr/>
          <a:lstStyle>
            <a:lvl1pPr marL="0" indent="0" algn="ctr">
              <a:buNone/>
              <a:defRPr sz="2720"/>
            </a:lvl1pPr>
            <a:lvl2pPr marL="518145" indent="0" algn="ctr">
              <a:buNone/>
              <a:defRPr sz="2267"/>
            </a:lvl2pPr>
            <a:lvl3pPr marL="1036290" indent="0" algn="ctr">
              <a:buNone/>
              <a:defRPr sz="2040"/>
            </a:lvl3pPr>
            <a:lvl4pPr marL="1554434" indent="0" algn="ctr">
              <a:buNone/>
              <a:defRPr sz="1813"/>
            </a:lvl4pPr>
            <a:lvl5pPr marL="2072579" indent="0" algn="ctr">
              <a:buNone/>
              <a:defRPr sz="1813"/>
            </a:lvl5pPr>
            <a:lvl6pPr marL="2590724" indent="0" algn="ctr">
              <a:buNone/>
              <a:defRPr sz="1813"/>
            </a:lvl6pPr>
            <a:lvl7pPr marL="3108869" indent="0" algn="ctr">
              <a:buNone/>
              <a:defRPr sz="1813"/>
            </a:lvl7pPr>
            <a:lvl8pPr marL="3627013" indent="0" algn="ctr">
              <a:buNone/>
              <a:defRPr sz="1813"/>
            </a:lvl8pPr>
            <a:lvl9pPr marL="4145158" indent="0" algn="ctr">
              <a:buNone/>
              <a:defRPr sz="1813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C4830-A1F8-4A34-AAF1-BBCF6AF42D73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ADA21-8B3C-45BF-A09E-CDAD51FC27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6163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C4830-A1F8-4A34-AAF1-BBCF6AF42D73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ADA21-8B3C-45BF-A09E-CDAD51FC27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32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8666" y="1937705"/>
            <a:ext cx="9464040" cy="3233102"/>
          </a:xfrm>
        </p:spPr>
        <p:txBody>
          <a:bodyPr anchor="b"/>
          <a:lstStyle>
            <a:lvl1pPr>
              <a:defRPr sz="6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8666" y="5201393"/>
            <a:ext cx="9464040" cy="1700212"/>
          </a:xfrm>
        </p:spPr>
        <p:txBody>
          <a:bodyPr/>
          <a:lstStyle>
            <a:lvl1pPr marL="0" indent="0">
              <a:buNone/>
              <a:defRPr sz="2720">
                <a:solidFill>
                  <a:schemeClr val="tx1">
                    <a:tint val="82000"/>
                  </a:schemeClr>
                </a:solidFill>
              </a:defRPr>
            </a:lvl1pPr>
            <a:lvl2pPr marL="518145" indent="0">
              <a:buNone/>
              <a:defRPr sz="2267">
                <a:solidFill>
                  <a:schemeClr val="tx1">
                    <a:tint val="82000"/>
                  </a:schemeClr>
                </a:solidFill>
              </a:defRPr>
            </a:lvl2pPr>
            <a:lvl3pPr marL="1036290" indent="0">
              <a:buNone/>
              <a:defRPr sz="2040">
                <a:solidFill>
                  <a:schemeClr val="tx1">
                    <a:tint val="82000"/>
                  </a:schemeClr>
                </a:solidFill>
              </a:defRPr>
            </a:lvl3pPr>
            <a:lvl4pPr marL="1554434" indent="0">
              <a:buNone/>
              <a:defRPr sz="1813">
                <a:solidFill>
                  <a:schemeClr val="tx1">
                    <a:tint val="82000"/>
                  </a:schemeClr>
                </a:solidFill>
              </a:defRPr>
            </a:lvl4pPr>
            <a:lvl5pPr marL="2072579" indent="0">
              <a:buNone/>
              <a:defRPr sz="1813">
                <a:solidFill>
                  <a:schemeClr val="tx1">
                    <a:tint val="82000"/>
                  </a:schemeClr>
                </a:solidFill>
              </a:defRPr>
            </a:lvl5pPr>
            <a:lvl6pPr marL="2590724" indent="0">
              <a:buNone/>
              <a:defRPr sz="1813">
                <a:solidFill>
                  <a:schemeClr val="tx1">
                    <a:tint val="82000"/>
                  </a:schemeClr>
                </a:solidFill>
              </a:defRPr>
            </a:lvl6pPr>
            <a:lvl7pPr marL="3108869" indent="0">
              <a:buNone/>
              <a:defRPr sz="1813">
                <a:solidFill>
                  <a:schemeClr val="tx1">
                    <a:tint val="82000"/>
                  </a:schemeClr>
                </a:solidFill>
              </a:defRPr>
            </a:lvl7pPr>
            <a:lvl8pPr marL="3627013" indent="0">
              <a:buNone/>
              <a:defRPr sz="1813">
                <a:solidFill>
                  <a:schemeClr val="tx1">
                    <a:tint val="82000"/>
                  </a:schemeClr>
                </a:solidFill>
              </a:defRPr>
            </a:lvl8pPr>
            <a:lvl9pPr marL="4145158" indent="0">
              <a:buNone/>
              <a:defRPr sz="181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C4830-A1F8-4A34-AAF1-BBCF6AF42D73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ADA21-8B3C-45BF-A09E-CDAD51FC27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7933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4380" y="2069042"/>
            <a:ext cx="4663440" cy="493151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54980" y="2069042"/>
            <a:ext cx="4663440" cy="493151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C4830-A1F8-4A34-AAF1-BBCF6AF42D73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ADA21-8B3C-45BF-A09E-CDAD51FC27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3492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413810"/>
            <a:ext cx="9464040" cy="150230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5810" y="1905318"/>
            <a:ext cx="4642008" cy="933767"/>
          </a:xfrm>
        </p:spPr>
        <p:txBody>
          <a:bodyPr anchor="b"/>
          <a:lstStyle>
            <a:lvl1pPr marL="0" indent="0">
              <a:buNone/>
              <a:defRPr sz="2720" b="1"/>
            </a:lvl1pPr>
            <a:lvl2pPr marL="518145" indent="0">
              <a:buNone/>
              <a:defRPr sz="2267" b="1"/>
            </a:lvl2pPr>
            <a:lvl3pPr marL="1036290" indent="0">
              <a:buNone/>
              <a:defRPr sz="2040" b="1"/>
            </a:lvl3pPr>
            <a:lvl4pPr marL="1554434" indent="0">
              <a:buNone/>
              <a:defRPr sz="1813" b="1"/>
            </a:lvl4pPr>
            <a:lvl5pPr marL="2072579" indent="0">
              <a:buNone/>
              <a:defRPr sz="1813" b="1"/>
            </a:lvl5pPr>
            <a:lvl6pPr marL="2590724" indent="0">
              <a:buNone/>
              <a:defRPr sz="1813" b="1"/>
            </a:lvl6pPr>
            <a:lvl7pPr marL="3108869" indent="0">
              <a:buNone/>
              <a:defRPr sz="1813" b="1"/>
            </a:lvl7pPr>
            <a:lvl8pPr marL="3627013" indent="0">
              <a:buNone/>
              <a:defRPr sz="1813" b="1"/>
            </a:lvl8pPr>
            <a:lvl9pPr marL="4145158" indent="0">
              <a:buNone/>
              <a:defRPr sz="181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5810" y="2839085"/>
            <a:ext cx="4642008" cy="41758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54981" y="1905318"/>
            <a:ext cx="4664869" cy="933767"/>
          </a:xfrm>
        </p:spPr>
        <p:txBody>
          <a:bodyPr anchor="b"/>
          <a:lstStyle>
            <a:lvl1pPr marL="0" indent="0">
              <a:buNone/>
              <a:defRPr sz="2720" b="1"/>
            </a:lvl1pPr>
            <a:lvl2pPr marL="518145" indent="0">
              <a:buNone/>
              <a:defRPr sz="2267" b="1"/>
            </a:lvl2pPr>
            <a:lvl3pPr marL="1036290" indent="0">
              <a:buNone/>
              <a:defRPr sz="2040" b="1"/>
            </a:lvl3pPr>
            <a:lvl4pPr marL="1554434" indent="0">
              <a:buNone/>
              <a:defRPr sz="1813" b="1"/>
            </a:lvl4pPr>
            <a:lvl5pPr marL="2072579" indent="0">
              <a:buNone/>
              <a:defRPr sz="1813" b="1"/>
            </a:lvl5pPr>
            <a:lvl6pPr marL="2590724" indent="0">
              <a:buNone/>
              <a:defRPr sz="1813" b="1"/>
            </a:lvl6pPr>
            <a:lvl7pPr marL="3108869" indent="0">
              <a:buNone/>
              <a:defRPr sz="1813" b="1"/>
            </a:lvl7pPr>
            <a:lvl8pPr marL="3627013" indent="0">
              <a:buNone/>
              <a:defRPr sz="1813" b="1"/>
            </a:lvl8pPr>
            <a:lvl9pPr marL="4145158" indent="0">
              <a:buNone/>
              <a:defRPr sz="181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54981" y="2839085"/>
            <a:ext cx="4664869" cy="41758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C4830-A1F8-4A34-AAF1-BBCF6AF42D73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ADA21-8B3C-45BF-A09E-CDAD51FC27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5279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C4830-A1F8-4A34-AAF1-BBCF6AF42D73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ADA21-8B3C-45BF-A09E-CDAD51FC27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2061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C4830-A1F8-4A34-AAF1-BBCF6AF42D73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ADA21-8B3C-45BF-A09E-CDAD51FC27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6851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518160"/>
            <a:ext cx="3539014" cy="1813560"/>
          </a:xfrm>
        </p:spPr>
        <p:txBody>
          <a:bodyPr anchor="b"/>
          <a:lstStyle>
            <a:lvl1pPr>
              <a:defRPr sz="362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4869" y="1119083"/>
            <a:ext cx="5554980" cy="5523442"/>
          </a:xfrm>
        </p:spPr>
        <p:txBody>
          <a:bodyPr/>
          <a:lstStyle>
            <a:lvl1pPr>
              <a:defRPr sz="3627"/>
            </a:lvl1pPr>
            <a:lvl2pPr>
              <a:defRPr sz="3173"/>
            </a:lvl2pPr>
            <a:lvl3pPr>
              <a:defRPr sz="2720"/>
            </a:lvl3pPr>
            <a:lvl4pPr>
              <a:defRPr sz="2267"/>
            </a:lvl4pPr>
            <a:lvl5pPr>
              <a:defRPr sz="2267"/>
            </a:lvl5pPr>
            <a:lvl6pPr>
              <a:defRPr sz="2267"/>
            </a:lvl6pPr>
            <a:lvl7pPr>
              <a:defRPr sz="2267"/>
            </a:lvl7pPr>
            <a:lvl8pPr>
              <a:defRPr sz="2267"/>
            </a:lvl8pPr>
            <a:lvl9pPr>
              <a:defRPr sz="22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09" y="2331720"/>
            <a:ext cx="3539014" cy="4319800"/>
          </a:xfrm>
        </p:spPr>
        <p:txBody>
          <a:bodyPr/>
          <a:lstStyle>
            <a:lvl1pPr marL="0" indent="0">
              <a:buNone/>
              <a:defRPr sz="1813"/>
            </a:lvl1pPr>
            <a:lvl2pPr marL="518145" indent="0">
              <a:buNone/>
              <a:defRPr sz="1587"/>
            </a:lvl2pPr>
            <a:lvl3pPr marL="1036290" indent="0">
              <a:buNone/>
              <a:defRPr sz="1360"/>
            </a:lvl3pPr>
            <a:lvl4pPr marL="1554434" indent="0">
              <a:buNone/>
              <a:defRPr sz="1133"/>
            </a:lvl4pPr>
            <a:lvl5pPr marL="2072579" indent="0">
              <a:buNone/>
              <a:defRPr sz="1133"/>
            </a:lvl5pPr>
            <a:lvl6pPr marL="2590724" indent="0">
              <a:buNone/>
              <a:defRPr sz="1133"/>
            </a:lvl6pPr>
            <a:lvl7pPr marL="3108869" indent="0">
              <a:buNone/>
              <a:defRPr sz="1133"/>
            </a:lvl7pPr>
            <a:lvl8pPr marL="3627013" indent="0">
              <a:buNone/>
              <a:defRPr sz="1133"/>
            </a:lvl8pPr>
            <a:lvl9pPr marL="4145158" indent="0">
              <a:buNone/>
              <a:defRPr sz="11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C4830-A1F8-4A34-AAF1-BBCF6AF42D73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ADA21-8B3C-45BF-A09E-CDAD51FC27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5421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518160"/>
            <a:ext cx="3539014" cy="1813560"/>
          </a:xfrm>
        </p:spPr>
        <p:txBody>
          <a:bodyPr anchor="b"/>
          <a:lstStyle>
            <a:lvl1pPr>
              <a:defRPr sz="362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664869" y="1119083"/>
            <a:ext cx="5554980" cy="5523442"/>
          </a:xfrm>
        </p:spPr>
        <p:txBody>
          <a:bodyPr anchor="t"/>
          <a:lstStyle>
            <a:lvl1pPr marL="0" indent="0">
              <a:buNone/>
              <a:defRPr sz="3627"/>
            </a:lvl1pPr>
            <a:lvl2pPr marL="518145" indent="0">
              <a:buNone/>
              <a:defRPr sz="3173"/>
            </a:lvl2pPr>
            <a:lvl3pPr marL="1036290" indent="0">
              <a:buNone/>
              <a:defRPr sz="2720"/>
            </a:lvl3pPr>
            <a:lvl4pPr marL="1554434" indent="0">
              <a:buNone/>
              <a:defRPr sz="2267"/>
            </a:lvl4pPr>
            <a:lvl5pPr marL="2072579" indent="0">
              <a:buNone/>
              <a:defRPr sz="2267"/>
            </a:lvl5pPr>
            <a:lvl6pPr marL="2590724" indent="0">
              <a:buNone/>
              <a:defRPr sz="2267"/>
            </a:lvl6pPr>
            <a:lvl7pPr marL="3108869" indent="0">
              <a:buNone/>
              <a:defRPr sz="2267"/>
            </a:lvl7pPr>
            <a:lvl8pPr marL="3627013" indent="0">
              <a:buNone/>
              <a:defRPr sz="2267"/>
            </a:lvl8pPr>
            <a:lvl9pPr marL="4145158" indent="0">
              <a:buNone/>
              <a:defRPr sz="2267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09" y="2331720"/>
            <a:ext cx="3539014" cy="4319800"/>
          </a:xfrm>
        </p:spPr>
        <p:txBody>
          <a:bodyPr/>
          <a:lstStyle>
            <a:lvl1pPr marL="0" indent="0">
              <a:buNone/>
              <a:defRPr sz="1813"/>
            </a:lvl1pPr>
            <a:lvl2pPr marL="518145" indent="0">
              <a:buNone/>
              <a:defRPr sz="1587"/>
            </a:lvl2pPr>
            <a:lvl3pPr marL="1036290" indent="0">
              <a:buNone/>
              <a:defRPr sz="1360"/>
            </a:lvl3pPr>
            <a:lvl4pPr marL="1554434" indent="0">
              <a:buNone/>
              <a:defRPr sz="1133"/>
            </a:lvl4pPr>
            <a:lvl5pPr marL="2072579" indent="0">
              <a:buNone/>
              <a:defRPr sz="1133"/>
            </a:lvl5pPr>
            <a:lvl6pPr marL="2590724" indent="0">
              <a:buNone/>
              <a:defRPr sz="1133"/>
            </a:lvl6pPr>
            <a:lvl7pPr marL="3108869" indent="0">
              <a:buNone/>
              <a:defRPr sz="1133"/>
            </a:lvl7pPr>
            <a:lvl8pPr marL="3627013" indent="0">
              <a:buNone/>
              <a:defRPr sz="1133"/>
            </a:lvl8pPr>
            <a:lvl9pPr marL="4145158" indent="0">
              <a:buNone/>
              <a:defRPr sz="11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C4830-A1F8-4A34-AAF1-BBCF6AF42D73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ADA21-8B3C-45BF-A09E-CDAD51FC27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2008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C4830-A1F8-4A34-AAF1-BBCF6AF42D73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ADA21-8B3C-45BF-A09E-CDAD51FC27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2110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52411" y="413808"/>
            <a:ext cx="2366010" cy="65867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4381" y="413808"/>
            <a:ext cx="6960870" cy="65867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C4830-A1F8-4A34-AAF1-BBCF6AF42D73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ADA21-8B3C-45BF-A09E-CDAD51FC27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2430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413810"/>
            <a:ext cx="946404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2069042"/>
            <a:ext cx="946404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7203865"/>
            <a:ext cx="246888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BC4830-A1F8-4A34-AAF1-BBCF6AF42D73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4740" y="7203865"/>
            <a:ext cx="370332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49540" y="7203865"/>
            <a:ext cx="246888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5ADA21-8B3C-45BF-A09E-CDAD51FC27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6571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036290" rtl="0" eaLnBrk="1" latinLnBrk="0" hangingPunct="1">
        <a:lnSpc>
          <a:spcPct val="90000"/>
        </a:lnSpc>
        <a:spcBef>
          <a:spcPct val="0"/>
        </a:spcBef>
        <a:buNone/>
        <a:defRPr sz="498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9072" indent="-259072" algn="l" defTabSz="1036290" rtl="0" eaLnBrk="1" latinLnBrk="0" hangingPunct="1">
        <a:lnSpc>
          <a:spcPct val="90000"/>
        </a:lnSpc>
        <a:spcBef>
          <a:spcPts val="1133"/>
        </a:spcBef>
        <a:buFont typeface="Arial" panose="020B0604020202020204" pitchFamily="34" charset="0"/>
        <a:buChar char="•"/>
        <a:defRPr sz="3173" kern="1200">
          <a:solidFill>
            <a:schemeClr val="tx1"/>
          </a:solidFill>
          <a:latin typeface="+mn-lt"/>
          <a:ea typeface="+mn-ea"/>
          <a:cs typeface="+mn-cs"/>
        </a:defRPr>
      </a:lvl1pPr>
      <a:lvl2pPr marL="777217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720" kern="1200">
          <a:solidFill>
            <a:schemeClr val="tx1"/>
          </a:solidFill>
          <a:latin typeface="+mn-lt"/>
          <a:ea typeface="+mn-ea"/>
          <a:cs typeface="+mn-cs"/>
        </a:defRPr>
      </a:lvl2pPr>
      <a:lvl3pPr marL="1295362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267" kern="1200">
          <a:solidFill>
            <a:schemeClr val="tx1"/>
          </a:solidFill>
          <a:latin typeface="+mn-lt"/>
          <a:ea typeface="+mn-ea"/>
          <a:cs typeface="+mn-cs"/>
        </a:defRPr>
      </a:lvl3pPr>
      <a:lvl4pPr marL="1813507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4pPr>
      <a:lvl5pPr marL="2331651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5pPr>
      <a:lvl6pPr marL="2849796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6pPr>
      <a:lvl7pPr marL="3367941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7pPr>
      <a:lvl8pPr marL="3886086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8pPr>
      <a:lvl9pPr marL="4404230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1pPr>
      <a:lvl2pPr marL="518145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1036290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3pPr>
      <a:lvl4pPr marL="1554434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4pPr>
      <a:lvl5pPr marL="2072579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5pPr>
      <a:lvl6pPr marL="2590724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6pPr>
      <a:lvl7pPr marL="3108869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7pPr>
      <a:lvl8pPr marL="3627013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8pPr>
      <a:lvl9pPr marL="4145158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B4D15696-F550-E6BA-78FA-A4ACB50B58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073"/>
          <a:stretch>
            <a:fillRect/>
          </a:stretch>
        </p:blipFill>
        <p:spPr>
          <a:xfrm>
            <a:off x="274819" y="2888673"/>
            <a:ext cx="7035964" cy="381692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CBAF8408-946A-9A12-14FE-6768C17D0C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70" t="5015" r="-1"/>
          <a:stretch>
            <a:fillRect/>
          </a:stretch>
        </p:blipFill>
        <p:spPr>
          <a:xfrm>
            <a:off x="7342911" y="3006436"/>
            <a:ext cx="3483652" cy="446116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D7EFFDD-2824-F299-1621-86A640C9B2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8961" y="117762"/>
            <a:ext cx="3614127" cy="2770909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C47DE6A4-EAED-E71F-94DC-3057C2070A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819" y="117763"/>
            <a:ext cx="3614127" cy="2770909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8193EF46-29D6-8155-A82A-89D625395BB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835" y="117764"/>
            <a:ext cx="3614126" cy="2770908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04CEAC9D-1BE6-8497-163C-72405B8299A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882" y="6856285"/>
            <a:ext cx="4093029" cy="1222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00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237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呉　英凱</dc:creator>
  <cp:lastModifiedBy>呉　英凱</cp:lastModifiedBy>
  <cp:revision>2</cp:revision>
  <dcterms:created xsi:type="dcterms:W3CDTF">2026-09-01T05:21:02Z</dcterms:created>
  <dcterms:modified xsi:type="dcterms:W3CDTF">2026-09-01T09:18:43Z</dcterms:modified>
</cp:coreProperties>
</file>